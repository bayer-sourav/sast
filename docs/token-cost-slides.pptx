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SAST Triage — Cost Comparison</a:t>
            </a:r>
          </a:p>
          <a:p>
            <a:pPr>
              <a:defRPr sz="1100">
                <a:solidFill>
                  <a:srgbClr val="555555"/>
                </a:solidFill>
              </a:defRPr>
            </a:pPr>
            <a:r>
              <a:t>What it costs to review one security alert with each option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051560"/>
          <a:ext cx="85039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</a:tblGrid>
              <a:tr h="441960">
                <a:tc>
                  <a:txBody>
                    <a:bodyPr/>
                    <a:lstStyle/>
                    <a:p>
                      <a:pPr>
                        <a:defRPr b="1" sz="900"/>
                      </a:pPr>
                      <a:r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900"/>
                      </a:pPr>
                      <a:r>
                        <a:t>$/M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900"/>
                      </a:pPr>
                      <a:r>
                        <a:t>$/alert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Qwen3.5-9B self-host (spot)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$0.00160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Qwen3.5-9B self-host (on-demand)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$0.00698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Qwen3.5-9B self-host (managed)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$0.00977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Claude Haiku 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$0.0124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Qwen3.5-9B on 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$0.0142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Gemini 2.5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$0.0194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Gemini 3.5 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$2.45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$0.0201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Claude Sonnet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$3.02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$0.0247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GPT-5.4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$4.09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$0.0335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Claude Opus 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$7.54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$0.0618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GPT-5.5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$8.18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$0.0670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Cost by deployment option</a:t>
            </a:r>
          </a:p>
          <a:p>
            <a:pPr>
              <a:defRPr sz="1100">
                <a:solidFill>
                  <a:srgbClr val="555555"/>
                </a:solidFill>
              </a:defRPr>
            </a:pPr>
            <a:r>
              <a:t>$/M tokens — self-host vs pay-per-use vs frontier models</a:t>
            </a:r>
          </a:p>
        </p:txBody>
      </p:sp>
      <p:pic>
        <p:nvPicPr>
          <p:cNvPr id="3" name="Picture 2" descr="cos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0710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