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SAST Triage — $/M Token Cost Comparison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Workload: 7,154 in + 1,041 out tokens/triage · Phase 3C ship · Jun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$/M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$/M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$/M blended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$/triage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Ministral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$0.00123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Qwen3.5-9B* (hypothetical)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$0.00148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AWS 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EC2 g6e spot + vLLM +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$0.00160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Qwen3 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$0.00175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AWS 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EC2 g6e on-demand + vLLM +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$0.00698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AWS 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SageMaker ml.g6e BYOC +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$0.00977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Claude Haiku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$0.0124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CMI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Custom Model Import · 1 CMU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$0.0142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Gemini 2.5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$0.0194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Gemini 3.5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$0.0201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Claude Sonnet 5 (intro)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$0.0247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CMI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Bedrock Custom Model Import · 2 CMU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derived*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$0.0283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GPT-5.4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$0.0335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Claude Opus 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$0.0618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Managed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GPT-5.5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$0.0670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Graphic — $/M blended by deployment option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Green = Managed API (Bedrock FM + Frontier) · Blue = Self-host BYOM with custom LoRA</a:t>
            </a:r>
          </a:p>
        </p:txBody>
      </p:sp>
      <p:pic>
        <p:nvPicPr>
          <p:cNvPr id="3" name="Picture 2" descr="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503920" cy="54934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Graphic — Self-host derived rates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* $/M in/out are derived from GPU $/hr or CMU $/min ÷ token throughput — see formula below</a:t>
            </a:r>
          </a:p>
        </p:txBody>
      </p:sp>
      <p:pic>
        <p:nvPicPr>
          <p:cNvPr id="3" name="Picture 2" descr="self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229600" cy="36178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92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VPC: $/triage = (13.5s ÷ 3600) × GPU_$/hr  →  $/M blended = $/triage ÷ (8,195 ÷ 1M)</a:t>
            </a:r>
            <a:br/>
            <a:r>
              <a:t>Bedrock CMI: $/triage = CMUs × $0.05718/min × 60 × active_hrs  →  same blended formula</a:t>
            </a:r>
            <a:br/>
            <a:r>
              <a:t>Derived $/M_in = $/triage ÷ (7,154 ÷ 1M)   ·   Derived $/M_out = $/triage ÷ (1,041 ÷ 1M)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